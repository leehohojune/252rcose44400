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7ACD8-C681-4C1E-9D76-B9A4167BB60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81F96-BF5F-4673-8DB0-1D9527300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4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6E473-0BC4-9BA2-524F-890564210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2B0A9A-26A2-A768-EFFB-4AC42E1D9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BAA6B-DBA1-5B13-B691-E8DC5F7C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A3582-A801-DE6E-49B8-50FBCF37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C4ADE-69FC-2CF2-5B0F-259C2C7F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74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6CA0E-0403-BAE1-81C8-2B88455E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70EF3-97C3-DEC5-B4B7-65684F54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184A83-FEC9-DD31-453D-73AAD901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9C59D-A816-8A34-E713-E48C2256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690B80-5057-2CC8-DB4F-82D9615E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23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BAFD3-8ECF-99C6-6C75-C010A751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34CE5-A2E4-6AB8-F90E-DFBD40D0A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B337E-A914-6501-E366-7A452A5D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A534C0-57A7-8124-55B0-23D41348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BAC04-B116-3915-33E0-BF75115B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4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1766-05D2-96A8-3C11-66FB94F3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0A4D4-1C26-B3E9-212D-8EEF6FC17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7EF93-1C39-A66B-C0C3-35F22222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85E73D-2435-11AB-C9A7-1773529F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0F4FC7-3613-8740-3746-9106133E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E08CF6-A647-27C3-F56B-BB1FC90A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01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AB63A-A0DE-240E-F922-08DA5FAF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6715-2882-D495-2D22-4A13882F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2C572-BF3C-C121-015D-E2B292291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623147-9E0B-2A3B-0975-BF76F3AC4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7D7A68-3E24-6A88-82C6-21FCA5594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1BBFFE-5626-196D-2939-CA565FA9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16AE58-9F9F-16AC-E94D-2EA566A0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29B163-B1D3-6470-E89A-28374FF1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0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F817A-7ED4-4CBD-C3B7-110008E6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695517-7E48-BCC6-8BF4-1996E524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AEF3E4-719F-7FD3-5AE4-75278C5F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CFE369-970F-5448-55D4-4BA38BC3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47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DFBC2B-0965-2529-43BD-C13002A9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09ACFA-C13B-EFD9-67BE-21DE20FE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CBE752-33DE-4B89-122D-A35DFCE9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2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F4FCE-6E27-455A-1061-0E078B04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DBF1B-2094-F466-7445-E22B1A96B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274A7-45BE-AB6E-80D8-4236B9EE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F074C7-59EB-22E9-84F7-9FBD1184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09E8F5-5C44-26BF-2072-53434806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918E1E-34BC-34DB-A602-00E485A1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42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CF421-7B53-5003-0BA4-0B863385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1B48A8-1B02-69F8-EDC9-85B4C47A7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DEA387-2DDA-C186-2E44-80E3BBFB6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A84066-CDF9-5E6F-2BB7-12A9BECB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D925A-3194-87DC-CE90-17842DD4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BBF214-860B-AA12-FB21-683E2155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64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18A58-F0C1-A0DA-772A-6366769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C54289-13DB-E38A-9DF6-386DD78D4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21A1CD-CD0B-3351-2AB0-335BD4A8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8854B-0301-A1AD-99D0-6E2212CE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38DE8-F8A9-B2CF-15D3-60939D98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30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D95F2C-1E38-B66A-67A1-7E9BF1DCA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CFAD32-268D-707C-AA58-16082FD5E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C976F2-8D3C-375F-8A5B-9739C87A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EA9793-9D62-C9CB-E7D9-E8EC634C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78B45-AA27-1CC9-6172-A8D2CFDB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34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017A49-A555-CE59-1B28-9F3E5288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E0254-D299-0395-ABF3-CE3FE6C1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EE953-96C4-3F90-8695-4883F9279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1DE70-2487-480F-BE34-F73143366D0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A6A07-C531-4A06-8866-6F1C9C1D5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DD741-97CD-501B-ADCB-40434136E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E0C0A-98AB-47B7-9936-CBC68720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03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006DD427-E833-4C86-E47A-FC544591FAF9}"/>
              </a:ext>
            </a:extLst>
          </p:cNvPr>
          <p:cNvSpPr/>
          <p:nvPr/>
        </p:nvSpPr>
        <p:spPr>
          <a:xfrm>
            <a:off x="809897" y="522514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</a:p>
          <a:p>
            <a:pPr algn="ctr"/>
            <a:r>
              <a:rPr lang="en-US" altLang="ko-KR" sz="1600" dirty="0"/>
              <a:t>(request_generator.py)</a:t>
            </a:r>
            <a:endParaRPr lang="ko-KR" altLang="en-US" sz="1600" dirty="0"/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D368926A-48D2-07B3-AE21-4044492AF0E4}"/>
              </a:ext>
            </a:extLst>
          </p:cNvPr>
          <p:cNvSpPr/>
          <p:nvPr/>
        </p:nvSpPr>
        <p:spPr>
          <a:xfrm>
            <a:off x="809895" y="2680062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API</a:t>
            </a:r>
            <a:r>
              <a:rPr lang="ko-KR" altLang="en-US" sz="1600" dirty="0"/>
              <a:t> </a:t>
            </a:r>
            <a:r>
              <a:rPr lang="en-US" altLang="ko-KR" sz="1600" dirty="0"/>
              <a:t>gateway</a:t>
            </a:r>
          </a:p>
          <a:p>
            <a:pPr algn="ctr"/>
            <a:r>
              <a:rPr lang="en-US" altLang="ko-KR" sz="1600" dirty="0"/>
              <a:t>(REST API)</a:t>
            </a:r>
            <a:endParaRPr lang="ko-KR" altLang="en-US" sz="1600" dirty="0"/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522F006A-E4D8-F536-4D0A-764301863797}"/>
              </a:ext>
            </a:extLst>
          </p:cNvPr>
          <p:cNvSpPr/>
          <p:nvPr/>
        </p:nvSpPr>
        <p:spPr>
          <a:xfrm>
            <a:off x="809895" y="4837611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Lambda</a:t>
            </a:r>
          </a:p>
          <a:p>
            <a:pPr algn="ctr"/>
            <a:r>
              <a:rPr lang="en-US" altLang="ko-KR" sz="1600" dirty="0"/>
              <a:t>(review-processing)</a:t>
            </a:r>
            <a:endParaRPr lang="ko-KR" altLang="en-US" sz="16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A5F7352-0174-DC33-6B5D-DCE7CA6BAC2F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1989907" y="2020389"/>
            <a:ext cx="2" cy="65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624ADE8-9A82-19A0-7C2B-ABFEA295318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989907" y="4177937"/>
            <a:ext cx="0" cy="65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19DD61-44B1-3F0C-50DC-2436A02143E6}"/>
              </a:ext>
            </a:extLst>
          </p:cNvPr>
          <p:cNvSpPr txBox="1"/>
          <p:nvPr/>
        </p:nvSpPr>
        <p:spPr>
          <a:xfrm>
            <a:off x="1989906" y="2165559"/>
            <a:ext cx="167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POST /reviews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BD679-6043-CF41-5C30-F4AE7C1AEA98}"/>
              </a:ext>
            </a:extLst>
          </p:cNvPr>
          <p:cNvSpPr txBox="1"/>
          <p:nvPr/>
        </p:nvSpPr>
        <p:spPr>
          <a:xfrm>
            <a:off x="2125718" y="4323108"/>
            <a:ext cx="908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Trigger</a:t>
            </a:r>
            <a:endParaRPr lang="ko-KR" altLang="en-US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54C63552-AD49-0AB3-CC6B-677567A5E157}"/>
              </a:ext>
            </a:extLst>
          </p:cNvPr>
          <p:cNvSpPr/>
          <p:nvPr/>
        </p:nvSpPr>
        <p:spPr>
          <a:xfrm>
            <a:off x="5905188" y="522514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DynamoDB</a:t>
            </a:r>
            <a:endParaRPr lang="en-US" altLang="ko-KR" sz="1600" dirty="0"/>
          </a:p>
          <a:p>
            <a:pPr algn="ctr"/>
            <a:r>
              <a:rPr lang="en-US" altLang="ko-KR" sz="1600" dirty="0"/>
              <a:t>(reviews)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FF795882-C3E9-0842-5218-7937E95B2D27}"/>
              </a:ext>
            </a:extLst>
          </p:cNvPr>
          <p:cNvSpPr/>
          <p:nvPr/>
        </p:nvSpPr>
        <p:spPr>
          <a:xfrm>
            <a:off x="9096100" y="2505890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Amazon SES</a:t>
            </a:r>
          </a:p>
        </p:txBody>
      </p: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020F3175-2EBC-5492-1337-3C22758974D8}"/>
              </a:ext>
            </a:extLst>
          </p:cNvPr>
          <p:cNvSpPr/>
          <p:nvPr/>
        </p:nvSpPr>
        <p:spPr>
          <a:xfrm>
            <a:off x="5905188" y="2505889"/>
            <a:ext cx="2360023" cy="1497875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Sentiment == Positive</a:t>
            </a:r>
            <a:endParaRPr lang="ko-KR" altLang="en-US" sz="1600" dirty="0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65EA59C4-6522-D7FB-5869-4049B5E9828F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3169918" y="1271452"/>
            <a:ext cx="2735270" cy="4315097"/>
          </a:xfrm>
          <a:prstGeom prst="bentConnector3">
            <a:avLst>
              <a:gd name="adj1" fmla="val 748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FF65E08-DDB0-D287-8739-536A151FC192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3169918" y="3254827"/>
            <a:ext cx="2735270" cy="2331722"/>
          </a:xfrm>
          <a:prstGeom prst="bentConnector3">
            <a:avLst>
              <a:gd name="adj1" fmla="val 748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34DFA9-B620-8678-758B-DB27D076DCF6}"/>
              </a:ext>
            </a:extLst>
          </p:cNvPr>
          <p:cNvSpPr txBox="1"/>
          <p:nvPr/>
        </p:nvSpPr>
        <p:spPr>
          <a:xfrm>
            <a:off x="3169918" y="5599891"/>
            <a:ext cx="3566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Parse request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Sentiment Analysis (</a:t>
            </a:r>
            <a:r>
              <a:rPr lang="en-US" altLang="ko-KR" dirty="0" err="1"/>
              <a:t>TextBlob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59AD2FA-5ACC-7997-A56C-7F2BF752A9C5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>
            <a:off x="8265211" y="3254827"/>
            <a:ext cx="8308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65643B7-EA74-02C5-CD46-850D73F07841}"/>
              </a:ext>
            </a:extLst>
          </p:cNvPr>
          <p:cNvSpPr txBox="1"/>
          <p:nvPr/>
        </p:nvSpPr>
        <p:spPr>
          <a:xfrm>
            <a:off x="4646510" y="888778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DB</a:t>
            </a:r>
            <a:r>
              <a:rPr lang="ko-KR" altLang="en-US" dirty="0"/>
              <a:t>에 저장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337226-A7AA-9D02-2A8C-E558A31A7747}"/>
              </a:ext>
            </a:extLst>
          </p:cNvPr>
          <p:cNvSpPr txBox="1"/>
          <p:nvPr/>
        </p:nvSpPr>
        <p:spPr>
          <a:xfrm>
            <a:off x="8265209" y="28854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36" name="순서도: 대체 처리 35">
            <a:extLst>
              <a:ext uri="{FF2B5EF4-FFF2-40B4-BE49-F238E27FC236}">
                <a16:creationId xmlns:a16="http://schemas.microsoft.com/office/drawing/2014/main" id="{43CDE7E9-4737-48EF-5044-876DA2E9A5A4}"/>
              </a:ext>
            </a:extLst>
          </p:cNvPr>
          <p:cNvSpPr/>
          <p:nvPr/>
        </p:nvSpPr>
        <p:spPr>
          <a:xfrm>
            <a:off x="9096100" y="4748347"/>
            <a:ext cx="2360023" cy="149787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 이메일</a:t>
            </a:r>
            <a:r>
              <a:rPr lang="en-US" altLang="ko-KR" sz="1400" dirty="0"/>
              <a:t>(leehojune@korea.ac.kr)</a:t>
            </a:r>
            <a:endParaRPr lang="ko-KR" altLang="en-US" sz="14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8A3634-29D2-3B94-241B-6CB46A0983E3}"/>
              </a:ext>
            </a:extLst>
          </p:cNvPr>
          <p:cNvCxnSpPr>
            <a:stCxn id="13" idx="2"/>
          </p:cNvCxnSpPr>
          <p:nvPr/>
        </p:nvCxnSpPr>
        <p:spPr>
          <a:xfrm flipH="1">
            <a:off x="10276111" y="4003765"/>
            <a:ext cx="1" cy="688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FD050FA-2C22-B576-43EF-429A423A3AA3}"/>
              </a:ext>
            </a:extLst>
          </p:cNvPr>
          <p:cNvSpPr txBox="1"/>
          <p:nvPr/>
        </p:nvSpPr>
        <p:spPr>
          <a:xfrm>
            <a:off x="10278675" y="416343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email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38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호준 이</dc:creator>
  <cp:lastModifiedBy>호준 이</cp:lastModifiedBy>
  <cp:revision>1</cp:revision>
  <dcterms:created xsi:type="dcterms:W3CDTF">2025-12-07T13:58:47Z</dcterms:created>
  <dcterms:modified xsi:type="dcterms:W3CDTF">2025-12-07T14:18:27Z</dcterms:modified>
</cp:coreProperties>
</file>